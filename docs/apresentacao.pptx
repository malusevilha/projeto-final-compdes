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Apresentar as autoras e o escopo: pipeline de pré-processamento da CIFAR-10, cinco implementações comparadas.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razões. Dizer a primeira sem ênfase especial — ela volta no Ato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rápido. Só fixar que as três primeiras etapas são baratas e a última é onde o tempo vai.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formato bruto explica por que existe uma etapa de reconstrução — e ela reaparece no perfil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_clamp: uma função Python chamada duas vezes por vizinho, por pixel, por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(90s+). Perfilado com cProfile e inspecionado no snakeviz. Deixar o público ler a barra: o Sobel é praticamente o programa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 das 92 milhões. O gargalo não é a aritmética, é o interpretador.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distinção entre reduzir custo por operação e multiplicar unidades de execução é a chave do trabalho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Melhor relação ganho/esforço. Mas cada deslocamento materializa um temporário de N×32×32.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Fusão de laços e localidade de cache: os dois efeitos que a vetorização não 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Diagnóstico fechado: serializa chunks e paraleliza código interpretado. Encerrar o assunto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Maior potencial bruto, maior custo fixo, maior distância do código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(90s+). Este slide é um dos temas do trabalho, não um detalhe. Medir mal inverte a conclusão.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plana é a prova: o tempo não depende do volume porque quase tudo é compilação.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desvio padrão maior que a média: a média de três repetições não descreve nenhuma das execuções.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(90s+). Primeiro a linear, para mostrar que ela não serve; depois a log, que é onde a comparação acontece.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custo marginal é o que importa em produção: 49,38 µs contra 20,55 µs por imagem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e slide-eixo (90s+). Admitir o resultado incômodo: a conclusão do Ato 1 é que escala exige hardware dedicado. Antes de aceitar, perguntar de onde vem a vantagem.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Encadear os quatro passos em voz alta. A objeção que derrubou o multiprocessing não se aplica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linha de código e três decisões de método. Aqui entra o verde-lima.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Corretude antes de performance: sem isso o número de tempo não significa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Sessão 2: as quatro versões rápidas medidas juntas. Nunca comparar com os números da sessão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(90s+). O gráfico que fecha o argumento. Mencionar que a margem de 7,5% é menor que o desvio da própria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thread extra paga bem, as seguintes não. Recomendação prática: 2 a 4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 de Amdahl: 1,68x com 8 threads implica 54% serial e teto de 1,9x.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gargalo se moveu: pickle e cópia contígua somam três quartos do tempo. O kernel é a menor fatia.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ÂNCORA (90s+). Os três números e a recomendação por regime de uso. Não existe uma resposta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ordem em que apareceram no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explícita sobre o que é hipótese e o que é resultado medido.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Repositório aberto, com os CSVs e os .prof de todas as medições.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937718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Computação de Alto Desempenho - Professora Licia Sales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3652093"/>
            <a:ext cx="14716125" cy="1756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89"/>
              </a:lnSpc>
              <a:buNone/>
            </a:pPr>
            <a:r>
              <a:rPr lang="en-US" sz="61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Otimização de um pipeline de pré-processamento de imagens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952500" y="5713065"/>
            <a:ext cx="1275397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CIFAR-10, escala de cinza e detecção de bordas com Sobel: cinco implementações medidas lado a lado.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7435007"/>
            <a:ext cx="228835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Giulia Roggero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642420" y="7435007"/>
            <a:ext cx="474008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 Luiza Sevilha Seraphico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561189" y="7435007"/>
            <a:ext cx="21249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Thais Sabaini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 problema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4716125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Pré-processar um dataset inteiro exige otimizações de alto desempenho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99172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tarefa é simples de escrever, cara de executar e fácil de validar, o que permite comparar implementações sem ambiguidade sobre a corretude.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261247"/>
            <a:ext cx="5257800" cy="2331541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4613672"/>
            <a:ext cx="5092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6825" y="5080397"/>
            <a:ext cx="476802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imagem é </a:t>
            </a:r>
            <a:pPr algn="l" indent="0" marL="0">
              <a:lnSpc>
                <a:spcPct val="126875"/>
              </a:lnSpc>
              <a:buNone/>
            </a:pPr>
            <a:r>
              <a:rPr lang="en-US" sz="21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independente </a:t>
            </a:r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demais: o problema é paralelo por natureza.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15100" y="4261247"/>
            <a:ext cx="5257800" cy="2331541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9425" y="4613672"/>
            <a:ext cx="5092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29425" y="5080397"/>
            <a:ext cx="476802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baseline é trivial de escrever em Python e péssima de performance, o que dá uma referência interessante.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77700" y="4261247"/>
            <a:ext cx="5257800" cy="2331541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92025" y="4613672"/>
            <a:ext cx="50920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92025" y="5080397"/>
            <a:ext cx="4768025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corretude é verificável pixel a pixel: toda versão precisa devolver exatamente a mesma saída.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066800"/>
            <a:ext cx="14716125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pipeline tem quatro etapas e a última domina o custo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952500" y="2603897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implementação comparada neste trabalho executa exatamente estas quatro etapas, na mesma ordem e com a mesma aritmética.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52500" y="4042172"/>
            <a:ext cx="3663553" cy="219134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4375547"/>
            <a:ext cx="33803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load_dataset()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47775" y="4823222"/>
            <a:ext cx="316519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os arquivos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data_batch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pickle.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806553" y="4042172"/>
            <a:ext cx="271314" cy="2229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92167" y="4042172"/>
            <a:ext cx="3663702" cy="219134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7442" y="4375547"/>
            <a:ext cx="3380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reconstruct_images()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7442" y="4823222"/>
            <a:ext cx="31653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Remontar cada linha de 3.072 bytes em 32×32×3.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046369" y="4042172"/>
            <a:ext cx="271314" cy="2229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431982" y="4042172"/>
            <a:ext cx="3663702" cy="219134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7257" y="4375547"/>
            <a:ext cx="3380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grayscale()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27257" y="4823222"/>
            <a:ext cx="3165347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Combinação ponderada dos canais R, G e B.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286184" y="4042172"/>
            <a:ext cx="271314" cy="2229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671798" y="4042172"/>
            <a:ext cx="3663702" cy="2191345"/>
          </a:xfrm>
          <a:prstGeom prst="rect">
            <a:avLst/>
          </a:prstGeom>
          <a:solidFill>
            <a:srgbClr val="12161C"/>
          </a:solidFill>
          <a:ln w="9525">
            <a:solidFill>
              <a:srgbClr val="57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67073" y="4375547"/>
            <a:ext cx="33804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sobel()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67073" y="4823222"/>
            <a:ext cx="3165347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kernels 3×3, magnitude do gradiente e normalização.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52500" y="6728817"/>
            <a:ext cx="15716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é um par de arrays por lote: as imagens em escala de cinza e o mapa de bordas, ambos em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32×32.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Base de dados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4716125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CIFAR-10 chega como 3.072 bytes por linha, não como imagem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99172"/>
            <a:ext cx="137350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batch é um pickle com uma matriz 10.000 × 3.072 em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que obriga uma reconstrução antes de qualquer processamento.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4270772"/>
            <a:ext cx="843203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60.000 imagens de 32×32×3 em 10 classes, sendo 50.000 de treino em cinco arquivos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data_batch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10.000 de teste.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5299472"/>
            <a:ext cx="843203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split de treino define o teto dos benchmarks: todas as curvas deste deck vão de 100 a 50.000 imagens.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6328172"/>
            <a:ext cx="843203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traz 1.024 valores de R, depois 1.024 de G, depois 1.024 de B, e não os três canais entrelaçados por pixel.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19940" y="4270772"/>
            <a:ext cx="7815560" cy="2857500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9465" y="4842272"/>
            <a:ext cx="779651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8"/>
          <p:cNvSpPr/>
          <p:nvPr/>
        </p:nvSpPr>
        <p:spPr>
          <a:xfrm>
            <a:off x="9758065" y="4413647"/>
            <a:ext cx="75732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 de uma linha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15215" y="5175647"/>
            <a:ext cx="2370237" cy="533400"/>
          </a:xfrm>
          <a:prstGeom prst="rect">
            <a:avLst/>
          </a:prstGeom>
          <a:solidFill>
            <a:srgbClr val="FF7B72">
              <a:alpha val="35000"/>
            </a:srgbClr>
          </a:solidFill>
          <a:ln w="9525">
            <a:solidFill>
              <a:srgbClr val="FF7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6640" y="5185172"/>
            <a:ext cx="24273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· 1024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242602" y="5175647"/>
            <a:ext cx="2370237" cy="533400"/>
          </a:xfrm>
          <a:prstGeom prst="rect">
            <a:avLst/>
          </a:prstGeom>
          <a:solidFill>
            <a:srgbClr val="57C46A">
              <a:alpha val="30000"/>
            </a:srgbClr>
          </a:solidFill>
          <a:ln w="9525">
            <a:solidFill>
              <a:srgbClr val="57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14027" y="5185172"/>
            <a:ext cx="24273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· 1024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4669988" y="5175647"/>
            <a:ext cx="2370237" cy="533400"/>
          </a:xfrm>
          <a:prstGeom prst="rect">
            <a:avLst/>
          </a:prstGeom>
          <a:solidFill>
            <a:srgbClr val="4FC3F7">
              <a:alpha val="30000"/>
            </a:srgbClr>
          </a:solidFill>
          <a:ln w="9525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41413" y="5185172"/>
            <a:ext cx="242738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1024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15215" y="5880497"/>
            <a:ext cx="79475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reshape(3, 32, 32) → transpose(1, 2, 0)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15215" y="6366272"/>
            <a:ext cx="7947511" cy="379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transposição devolve uma </a:t>
            </a:r>
            <a:pPr algn="l" indent="0" marL="0">
              <a:lnSpc>
                <a:spcPct val="124286"/>
              </a:lnSpc>
              <a:buNone/>
            </a:pPr>
            <a:r>
              <a:rPr lang="en-US" sz="18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uma cópia.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4716125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baseline percorre pixel a pixel e vizinho a vizinho em Python puro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99172"/>
            <a:ext cx="137350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tradução literal da definição do operador Sobel, sem nenhuma biblioteca numérica, e serve como referência de tempo e de corretude.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185047"/>
            <a:ext cx="9509968" cy="4278362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4756547"/>
            <a:ext cx="9490918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4327922"/>
            <a:ext cx="93184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baseline.py · sobel_single()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5032772"/>
            <a:ext cx="9280346" cy="319251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y in range(32):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x in range(32):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gx = gy = 0.0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range(-1, 2):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i in range(-1, 2):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highlight>
                  <a:srgbClr val="FFEAE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img[_clamp(y+j)][_clamp(x+i)] </a:t>
            </a:r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gx += v * KX[j+1][i+1]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gy += v * KY[j+1][i+1]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out[y][x] = (gx*gx + gy*gy) ** 0.5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881568" y="4261247"/>
            <a:ext cx="664755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destacada é o ponto do slide: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_clamp()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chamada de função Python executada duas vezes para cada um dos nove vizinhos.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881568" y="5709047"/>
            <a:ext cx="66475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aqui está errado do ponto de vista algorítmico: a complexidade é a mesma das versões rápidas.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881568" y="6756797"/>
            <a:ext cx="70993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50.000 imagens, esta versão leva </a:t>
            </a:r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228,22s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239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Profiling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92,6% do tempo da baseline está dentro de </a:t>
            </a:r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sobel_single()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76582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5.000 imagens com cProfile: o Sobel domina, o grayscale é um detalhe e a leitura dos dados é irrelevante.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880247"/>
            <a:ext cx="16383000" cy="29255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7572524"/>
            <a:ext cx="8538865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4"/>
          <p:cNvSpPr/>
          <p:nvPr/>
        </p:nvSpPr>
        <p:spPr>
          <a:xfrm>
            <a:off x="952500" y="7148661"/>
            <a:ext cx="6156246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FUNÇÃO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3238" y="7148661"/>
            <a:ext cx="157058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47621" y="7148661"/>
            <a:ext cx="1143744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52500" y="8134499"/>
            <a:ext cx="8538865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1" name="Text 8"/>
          <p:cNvSpPr/>
          <p:nvPr/>
        </p:nvSpPr>
        <p:spPr>
          <a:xfrm>
            <a:off x="952500" y="7696349"/>
            <a:ext cx="61562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sobel_single()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6853238" y="7696349"/>
            <a:ext cx="15705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33,72 s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8347621" y="7696349"/>
            <a:ext cx="11437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92,6%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52500" y="8696474"/>
            <a:ext cx="8538865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5" name="Text 12"/>
          <p:cNvSpPr/>
          <p:nvPr/>
        </p:nvSpPr>
        <p:spPr>
          <a:xfrm>
            <a:off x="952500" y="8258324"/>
            <a:ext cx="61562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rgb_to_grayscale_single()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853238" y="8258324"/>
            <a:ext cx="15705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2,65 s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8347621" y="8258324"/>
            <a:ext cx="11437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7,3%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952500" y="8820299"/>
            <a:ext cx="615624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load_dataset() + pickle.load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6853238" y="8820299"/>
            <a:ext cx="157058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0,056 s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8347621" y="8820299"/>
            <a:ext cx="114374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0,15%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9910465" y="7015311"/>
            <a:ext cx="7647786" cy="1895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total sob o profiler é de 36,4s contra 24s a 28s sem instrumentação: o cProfile cobra caro justamente por medir chamadas de função, e é disso que este programa é feito. A leitura do gráfico é direta: otimizar qualquer coisa que não seja o Sobel não muda o resultado.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Diagnóstico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gargalo são 92 milhões de chamadas de função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80122"/>
            <a:ext cx="157162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_clamp()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chamada 92.160.000 vezes em 5.000 imagens e consome 7,74 s de tempo próprio.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837384"/>
            <a:ext cx="1242120" cy="13811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9675" y="4094559"/>
            <a:ext cx="7277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09675" y="4723209"/>
            <a:ext cx="72777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clamps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2461320" y="4323159"/>
            <a:ext cx="2591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910929" y="3837384"/>
            <a:ext cx="1459260" cy="13811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8104" y="4094559"/>
            <a:ext cx="94491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168104" y="4723209"/>
            <a:ext cx="9449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vizinhos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4636889" y="4323159"/>
            <a:ext cx="2591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86499" y="3837384"/>
            <a:ext cx="1790849" cy="13811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759" y="4094559"/>
            <a:ext cx="13203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1.024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5321759" y="4723209"/>
            <a:ext cx="13203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144048" y="4323159"/>
            <a:ext cx="2591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593657" y="3837384"/>
            <a:ext cx="1790849" cy="13811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8917" y="4094559"/>
            <a:ext cx="132032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5.000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7828917" y="4723209"/>
            <a:ext cx="13203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imagens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9651206" y="4323159"/>
            <a:ext cx="2591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A42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100816" y="3837384"/>
            <a:ext cx="3067199" cy="1381125"/>
          </a:xfrm>
          <a:prstGeom prst="rect">
            <a:avLst/>
          </a:prstGeom>
          <a:solidFill>
            <a:srgbClr val="57C46A">
              <a:alpha val="8000"/>
            </a:srgbClr>
          </a:solidFill>
          <a:ln w="9525">
            <a:solidFill>
              <a:srgbClr val="57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14169" y="4094559"/>
            <a:ext cx="264049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92.160.000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314169" y="4723209"/>
            <a:ext cx="264049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57C46A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chamadas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52500" y="5828109"/>
            <a:ext cx="822140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chamada custa criação de frame, resolução de nomes e boxing de floats. A aritmética em si (duas multiplicações e uma soma) é a menor parte do trabalho.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353550" y="5828109"/>
            <a:ext cx="822140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alvo, portanto, não é fazer a conta mais rápido, e sim tirar o interpretador do caminho: eliminar o laço, compilá-lo, ou executá-lo em muitas unidades ao mesmo tempo.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Estratégias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Duas otimizações reduzem o custo por operação e duas somam unidades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8012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atacam o mesmo gargalo por caminhos diferentes, ordenadas aqui por complexidade de implementação.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647009"/>
            <a:ext cx="163830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204097"/>
            <a:ext cx="39899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OTIMIZAÇÃO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201692" y="4204097"/>
            <a:ext cx="2275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COMPLEXIDADE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81032" y="4204097"/>
            <a:ext cx="59484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926145" y="4204097"/>
            <a:ext cx="35173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ATACA O GARGALO POR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5332809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827984"/>
            <a:ext cx="39899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vectorized (NumPy)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201692" y="4827984"/>
            <a:ext cx="22757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781032" y="4827984"/>
            <a:ext cx="5948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reescreve o pipeline em operações de array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926145" y="4827984"/>
            <a:ext cx="3517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o laço do Python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6018609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5513784"/>
            <a:ext cx="39899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numba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201692" y="5513784"/>
            <a:ext cx="22757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81032" y="5513784"/>
            <a:ext cx="5948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@njit </a:t>
            </a:r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 o mesmo código para nativo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926145" y="5513784"/>
            <a:ext cx="3517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 o laço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52500" y="6704409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199584"/>
            <a:ext cx="39899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multiprocessing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201692" y="6199584"/>
            <a:ext cx="22757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média-alta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781032" y="6199584"/>
            <a:ext cx="59484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 imagens entre processos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3926145" y="6199584"/>
            <a:ext cx="35173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somar núcleos de CPU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52500" y="6885384"/>
            <a:ext cx="39899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· gpu (PyTorch/CUDA)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201692" y="6885384"/>
            <a:ext cx="227572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781032" y="6885384"/>
            <a:ext cx="594846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reescreve como operações de tensor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926145" y="6885384"/>
            <a:ext cx="3517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 massivo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52500" y="7680722"/>
            <a:ext cx="15697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da tabela: as duas primeiras tornam cada operação mais barata; as duas últimas mantêm o custo por operação e aumentam quantas acontecem ao mesmo tempo. A diferença entre esses dois eixos organiza todo o resto do trabalho.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Otimização 1 de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Vetorização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44923"/>
            <a:ext cx="147161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laço vira uma soma de doze fatias deslocadas do array inteiro, executadas em C dentro do NumPy: ganho de </a:t>
            </a:r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118x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baseline.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540323"/>
            <a:ext cx="9130457" cy="3577382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4111823"/>
            <a:ext cx="9111407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3683198"/>
            <a:ext cx="89275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vectorized.py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4388048"/>
            <a:ext cx="8889449" cy="249153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highlight>
                  <a:srgbClr val="E6F7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np.pad(gray, ((0,0),(1,1),(1,1)), 'edge') </a:t>
            </a:r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gx = np.zeros_like(gray)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j in range(3):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range(3):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KX[j][i]: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gx += KX[j][i] * p[:, j:j+32, i:i+32]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 = np.sqrt(gx*gx + gy*gy)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502057" y="361652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destacada é o ponto do slide: o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np.pad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 borda de uma vez e permite tratar as 32×32 posições como fatias, sem condicional por pixel.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502057" y="506432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escondido está no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um dos doze deslocamentos materializa um array temporário de N×32×32.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02057" y="651212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volume alto a operação passa a ser limitada por banda de memória, e o custo marginal por imagem cresce.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Otimização 2 de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44923"/>
            <a:ext cx="147161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código continua sendo laços explícitos, quase idêntico à baseline, mas compilado para nativo: ganho de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319x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baseline.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540323"/>
            <a:ext cx="9130457" cy="3226891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4111823"/>
            <a:ext cx="9111407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3683198"/>
            <a:ext cx="89275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numba_version.py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4388048"/>
            <a:ext cx="8889449" cy="21410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highlight>
                  <a:srgbClr val="E7F7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@njit(cache=True) </a:t>
            </a:r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process_images_numba(images_rgb):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idx in range(images_rgb.shape[0]):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_grayscale_into(images_rgb[idx], grays[idx])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_sobel_into(grays[idx], edges[idx])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grays, edges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502057" y="361652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destacada é o ponto do slide: um decorador transforma o mesmo laço em código de máquina, sem reescrever o algoritmo.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502057" y="504527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Fusão de laços: grayscale, gradiente, magnitude e normalização acontecem em uma passada por imagem, sem arrays temporários.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02057" y="6474023"/>
            <a:ext cx="703844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Localidade de cache: uma imagem de 32×32 cabe em L1/L2 e é processada inteira antes da próxima.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02057" y="7502723"/>
            <a:ext cx="75167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troca, há um </a:t>
            </a:r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 de compilação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Otimização 3 de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44923"/>
            <a:ext cx="1571625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Distribuir a baseline entre processos rende um ganho de apenas </a:t>
            </a:r>
            <a:pPr algn="l" indent="0" marL="0">
              <a:lnSpc>
                <a:spcPct val="127941"/>
              </a:lnSpc>
              <a:buNone/>
            </a:pPr>
            <a:r>
              <a:rPr lang="en-US" sz="2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2,2x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pior retorno das quatro estratégias.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125986"/>
            <a:ext cx="9130457" cy="2525911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3697486"/>
            <a:ext cx="9111407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3268861"/>
            <a:ext cx="89275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multiprocessing_version.py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3973711"/>
            <a:ext cx="8889449" cy="14400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np.array_split(images, n_workers)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Pool(n_workers) as pool: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highlight>
                  <a:srgbClr val="FFEAE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pool.map(_process_chunk, chunks) </a:t>
            </a:r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grays = np.concatenate([r[0] for r in results])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502057" y="3202186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destacada é o ponto do slide: cada chunk atravessa a fronteira entre processos serializado em pickle, na ida e na volta.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502057" y="4630936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enviado a cada worker continua sendo o mesmo código interpretado da baseline: quatro processos executando código lento.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02057" y="6059686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Diagnóstico: multiplicar unidades de execução sem reduzir o custo por operação tem retorno baixo, e a serialização come parte do que se ganha.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Otimização 4 de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44923"/>
            <a:ext cx="1471612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pipeline vira uma sequência de operações de tensor executadas em milhares de threads: gera um ganho de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412x </a:t>
            </a:r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baseline.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540323"/>
            <a:ext cx="9130457" cy="2876401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4111823"/>
            <a:ext cx="9111407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3683198"/>
            <a:ext cx="89275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gpu_version.py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9675" y="4388048"/>
            <a:ext cx="8889449" cy="179055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highlight>
                  <a:srgbClr val="F6E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torch.from_numpy(images).to(device) </a:t>
            </a:r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 = (t * WEIGHTS).sum(dim=-1)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gx = F.conv2d(F.pad(gray, (1,1,1,1), 'replicate'), KX)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 = torch.sqrt(gx*gx + gy*gy)</a:t>
            </a:r>
            <a:endParaRPr lang="en-US" sz="1725" dirty="0"/>
          </a:p>
          <a:p>
            <a:pPr algn="l" indent="0" marL="0">
              <a:lnSpc>
                <a:spcPct val="141538"/>
              </a:lnSpc>
              <a:buNone/>
            </a:pPr>
            <a:r>
              <a:rPr lang="en-US" sz="17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edges.cpu().numpy()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0502057" y="361652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linha destacada é o ponto do slide: antes de qualquer cálculo, os dados precisam atravessar o barramento até a memória da GPU e voltar no fim.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502057" y="5045273"/>
            <a:ext cx="703844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custo fixo é o motivo de a GPU ser a mais lenta das versões rápidas em volumes pequenos.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02057" y="6073973"/>
            <a:ext cx="703844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também a </a:t>
            </a:r>
            <a:pPr algn="l" indent="0" marL="0">
              <a:lnSpc>
                <a:spcPct val="131250"/>
              </a:lnSpc>
              <a:buNone/>
            </a:pPr>
            <a:r>
              <a:rPr lang="en-US" sz="210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mais distante do código original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quem for manter precisa entender tensores, convolução e dispositivos.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Metodologia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Compilação e execução são custos de naturezas diferentes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80122"/>
            <a:ext cx="157162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as duas juntas como se fossem uma confunde a conclusão do trabalho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346972"/>
            <a:ext cx="163830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904059"/>
            <a:ext cx="289099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PARCELA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34743" y="3904059"/>
            <a:ext cx="428937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COMPORTAMENTO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69089" y="3904059"/>
            <a:ext cx="350451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 DE GRANDEZA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441436" y="3904059"/>
            <a:ext cx="504660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É REPORTADA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5156597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585097"/>
            <a:ext cx="28909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compilação JIT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134743" y="4585097"/>
            <a:ext cx="428937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fixa, independente do volume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8669089" y="4585097"/>
            <a:ext cx="350451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140 s, uma vez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2441436" y="4585097"/>
            <a:ext cx="50466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separada, como custo de setup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52500" y="5394722"/>
            <a:ext cx="289099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execução nativa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4134743" y="5394722"/>
            <a:ext cx="4289377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no volume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8669089" y="5394722"/>
            <a:ext cx="3504517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14,3 µs por imagem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441436" y="5394722"/>
            <a:ext cx="5046601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principal (regime quente)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52500" y="6332934"/>
            <a:ext cx="16383000" cy="2281238"/>
          </a:xfrm>
          <a:prstGeom prst="rect">
            <a:avLst/>
          </a:prstGeom>
          <a:solidFill>
            <a:srgbClr val="E3B341">
              <a:alpha val="7000"/>
            </a:srgbClr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5875" y="6628209"/>
            <a:ext cx="17287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DECISÃO ADOTADA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5875" y="7075884"/>
            <a:ext cx="16187738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</a:t>
            </a:r>
            <a:pPr algn="l" indent="0" marL="0">
              <a:lnSpc>
                <a:spcPct val="131818"/>
              </a:lnSpc>
              <a:buNone/>
            </a:pPr>
            <a:r>
              <a:rPr lang="en-US" sz="217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quente </a:t>
            </a:r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resultado principal e a compilação é reportada à parte, do mesmo jeito que não se contabiliza o </a:t>
            </a:r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 </a:t>
            </a:r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 a inicialização do contexto CUDA no custo por imagem da GPU. Reportar o JIT dentro do tempo de processamento e não reportar o setup da GPU seria comparar as duas versões com réguas diferentes.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Custo de setup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custo do JIT é fixo: cerca de 140 s, com 100 ou com 5.000 imagens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6107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Recompilando a cada ponto, a curva não cresce com o volume: isso só faz sentido se quase todo o tempo for compilação.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980" b="-11980"/>
          <a:stretch/>
        </p:blipFill>
        <p:spPr>
          <a:xfrm>
            <a:off x="952500" y="3994547"/>
            <a:ext cx="9675614" cy="55685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09114" y="4722763"/>
            <a:ext cx="65161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5.000 imagens, o Numba quente custa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0,078s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140,02s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frio.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11009114" y="5722888"/>
            <a:ext cx="651617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perfil confirma a leitura da curva: dos 192,3s de uma execução a frio, 192,18s são compilação.</a:t>
            </a:r>
            <a:endParaRPr lang="en-US" sz="202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114" y="6723013"/>
            <a:ext cx="6326386" cy="8472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09114" y="7798891"/>
            <a:ext cx="6516178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Lido corretamente, este é o argumento mais forte a favor do Numba: o que ele cobra é uma vez só, e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cache=True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amortiza até isso entre execuções.</a:t>
            </a:r>
            <a:endParaRPr lang="en-US" sz="18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Medição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5.000 imagens, o desvio padrão do Numba é maior que a sua média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8012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repetições em um único ponto de volume não separam as duas versões rápidas e escondem o efeito da compilação dentro da média.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761309"/>
            <a:ext cx="7972871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337447"/>
            <a:ext cx="355701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70324" y="4337447"/>
            <a:ext cx="4655048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DE 3 EXECUÇÕES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5494734"/>
            <a:ext cx="7972871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961334"/>
            <a:ext cx="35570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4270324" y="4961334"/>
            <a:ext cx="46550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28,24s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6228159"/>
            <a:ext cx="7972871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5694759"/>
            <a:ext cx="35570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4270324" y="5694759"/>
            <a:ext cx="46550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12,55s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52500" y="6961584"/>
            <a:ext cx="7972871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6428184"/>
            <a:ext cx="35570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vectorized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4270324" y="6428184"/>
            <a:ext cx="46550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0,153s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52500" y="7695009"/>
            <a:ext cx="7972871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7161609"/>
            <a:ext cx="35570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4270324" y="7161609"/>
            <a:ext cx="465504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0,236s ± 0,249s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52500" y="7895034"/>
            <a:ext cx="355701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4270324" y="7895034"/>
            <a:ext cx="465504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20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0,0938s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382571" y="4204097"/>
            <a:ext cx="7952929" cy="3743325"/>
          </a:xfrm>
          <a:prstGeom prst="rect">
            <a:avLst/>
          </a:prstGeom>
          <a:solidFill>
            <a:srgbClr val="E3B341">
              <a:alpha val="7000"/>
            </a:srgbClr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4996" y="4537472"/>
            <a:ext cx="79728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O DESVIO REVELA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34996" y="5004197"/>
            <a:ext cx="746552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execução pagou compilação e as duas seguintes não. A média de três repetições nessas condições não descreve nenhuma das três execuções.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734996" y="6413897"/>
            <a:ext cx="7465521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Nesse ponto o Numba parece </a:t>
            </a:r>
            <a:pPr algn="l" indent="0" marL="0">
              <a:lnSpc>
                <a:spcPct val="131250"/>
              </a:lnSpc>
              <a:buNone/>
            </a:pPr>
            <a:r>
              <a:rPr lang="en-US" sz="2100" i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perder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vetorizada. É esse artefato de medição que motiva medir a escalabilidade em regime quente, ponto a ponto.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Escalonamento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escala linear só a baseline aparece; em log as cinco versões se separam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78" b="-18078"/>
          <a:stretch/>
        </p:blipFill>
        <p:spPr>
          <a:xfrm>
            <a:off x="952500" y="2659261"/>
            <a:ext cx="8020050" cy="5459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2500" y="8233470"/>
            <a:ext cx="826065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linear: a baseline domina o eixo e achata as outras quatro contra a base do gráfico.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78" b="-18078"/>
          <a:stretch/>
        </p:blipFill>
        <p:spPr>
          <a:xfrm>
            <a:off x="9315450" y="2659261"/>
            <a:ext cx="8020050" cy="54599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15450" y="8233470"/>
            <a:ext cx="826065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log: três ordens de grandeza separando baseline e GPU, e as três curvas rápidas finalmente distinguíveis.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52500" y="9124950"/>
            <a:ext cx="229388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118x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703588" y="9124950"/>
            <a:ext cx="166523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319x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826026" y="9124950"/>
            <a:ext cx="141371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412x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696944" y="9124950"/>
            <a:ext cx="293172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2,2x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multiprocessing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076682" y="9324975"/>
            <a:ext cx="486581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 sobre a baseline com 50.000 imagens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Custo marginal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custo por imagem da vetorizada cresce com o volume; o do Numba não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6107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Dividindo o tempo total pelo número de imagens, as curvas mostram como cada versão se comporta ao crescer o lote.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461" b="-7461"/>
          <a:stretch/>
        </p:blipFill>
        <p:spPr>
          <a:xfrm>
            <a:off x="952500" y="3956447"/>
            <a:ext cx="9757321" cy="56066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0821" y="4247555"/>
            <a:ext cx="643202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vetorizada materializa doze arrays temporários por lote; a partir de alguns milhares de imagens ela passa a ser limitada por banda de memória.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11090821" y="5652492"/>
            <a:ext cx="643202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Numba processa uma imagem por vez dentro do cache, então o custo por imagem se estabiliza.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11090821" y="6671667"/>
            <a:ext cx="6244679" cy="26003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67046" y="6928842"/>
            <a:ext cx="586299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MARGINAL, AJUSTE LINEAR n ≥ 5.000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367046" y="7728942"/>
            <a:ext cx="15622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vetorizada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5870436" y="7728942"/>
            <a:ext cx="12650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49,38 µs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1367046" y="8176617"/>
            <a:ext cx="8192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5870436" y="8176617"/>
            <a:ext cx="12650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20,55 µs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367046" y="8624292"/>
            <a:ext cx="52208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5870436" y="8624292"/>
            <a:ext cx="12650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12,90 µs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Ponto de virada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471"/>
              </a:lnSpc>
              <a:buNone/>
            </a:pPr>
            <a:r>
              <a:rPr lang="en-US" sz="4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GPU passa o Numba a partir de ~15.000 imagens e a distância cresce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738" b="-11738"/>
          <a:stretch/>
        </p:blipFill>
        <p:spPr>
          <a:xfrm>
            <a:off x="952500" y="2828925"/>
            <a:ext cx="10238036" cy="67722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7736" y="3989636"/>
            <a:ext cx="5858397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resultado em CPU perde para a GPU exatamente na faixa em que o problema deixa de ser um exercício e passa a ser um lote de produção.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11647736" y="5951786"/>
            <a:ext cx="5858397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Aceitar isso como conclusão significa aceitar que processar imagens em escala exige hardware dedicado.</a:t>
            </a:r>
            <a:endParaRPr lang="en-US" sz="2175" dirty="0"/>
          </a:p>
        </p:txBody>
      </p:sp>
      <p:sp>
        <p:nvSpPr>
          <p:cNvPr id="7" name="Shape 4"/>
          <p:cNvSpPr/>
          <p:nvPr/>
        </p:nvSpPr>
        <p:spPr>
          <a:xfrm>
            <a:off x="11647736" y="7499598"/>
            <a:ext cx="19050" cy="940891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5"/>
          <p:cNvSpPr/>
          <p:nvPr/>
        </p:nvSpPr>
        <p:spPr>
          <a:xfrm>
            <a:off x="11933486" y="7499598"/>
            <a:ext cx="5564075" cy="978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84"/>
              </a:lnSpc>
              <a:buNone/>
            </a:pPr>
            <a:r>
              <a:rPr lang="en-US" sz="28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onde vem a vantagem da GPU?</a:t>
            </a:r>
            <a:endParaRPr lang="en-US" sz="2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Hipótese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GPU não calcula melhor: ela calcula muitas imagens ao mesmo tempo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8012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aritmética é a mesma e as saídas são idênticas, então a diferença de tempo vem de quantas unidades trabalham em paralelo.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242197"/>
            <a:ext cx="3924300" cy="3016597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4575572"/>
            <a:ext cx="3667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CONSTATAÇÃO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" y="5042297"/>
            <a:ext cx="3433763" cy="1911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Numba, por melhor que esteja compilado, percorre o laço em </a:t>
            </a:r>
            <a:pPr algn="l" indent="0" marL="0">
              <a:lnSpc>
                <a:spcPct val="126290"/>
              </a:lnSpc>
              <a:buNone/>
            </a:pPr>
            <a:r>
              <a:rPr lang="en-US" sz="202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única thread </a:t>
            </a:r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com os outros núcleos parados.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105400" y="4242197"/>
            <a:ext cx="3924300" cy="3016597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0675" y="4575572"/>
            <a:ext cx="3667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JÁ ESTABELECIDO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00675" y="5042297"/>
            <a:ext cx="3433763" cy="1921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é </a:t>
            </a:r>
            <a:pPr algn="l" indent="0" marL="0">
              <a:lnSpc>
                <a:spcPct val="126290"/>
              </a:lnSpc>
              <a:buNone/>
            </a:pPr>
            <a:r>
              <a:rPr lang="en-US" sz="202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paralelo por natureza </a:t>
            </a:r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cada imagem é independente das demais, sem dependência entre iterações.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258300" y="4242197"/>
            <a:ext cx="3924300" cy="3016597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3575" y="4575572"/>
            <a:ext cx="3667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OBJEÇÃO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53575" y="5042297"/>
            <a:ext cx="3433763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multiprocessing já tentou explorar isso e rendeu 2,2x, mas por serializar chunks entre processos e paralelizar código interpretado.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3411200" y="4242197"/>
            <a:ext cx="3924300" cy="3016597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06475" y="4575572"/>
            <a:ext cx="3667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06475" y="5042297"/>
            <a:ext cx="3433763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90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das duas objeções se aplica a threads sobre código já compilado, com memória compartilhada e sem pickle.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952500" y="7792194"/>
            <a:ext cx="19050" cy="446633"/>
          </a:xfrm>
          <a:prstGeom prst="rect">
            <a:avLst/>
          </a:prstGeom>
          <a:solidFill>
            <a:srgbClr val="C9D1D9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7792194"/>
            <a:ext cx="17706975" cy="48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789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se o laço que já está compilado for </a:t>
            </a:r>
            <a:pPr algn="l" indent="0" marL="0">
              <a:lnSpc>
                <a:spcPct val="120789"/>
              </a:lnSpc>
              <a:buNone/>
            </a:pPr>
            <a:r>
              <a:rPr lang="en-US" sz="25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distribuído </a:t>
            </a:r>
            <a:pPr algn="l" indent="0" marL="0">
              <a:lnSpc>
                <a:spcPct val="120789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 os núcleos?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Implementação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</a:t>
            </a:r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vira </a:t>
            </a:r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prange</a:t>
            </a:r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 mudança é de uma linha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44923"/>
            <a:ext cx="157162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corpo do laço é o mesmo da versão serial; o que muda é quem executa cada iteração.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3078361"/>
            <a:ext cx="9509968" cy="4437459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2025" y="3649861"/>
            <a:ext cx="9490918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Text 5"/>
          <p:cNvSpPr/>
          <p:nvPr/>
        </p:nvSpPr>
        <p:spPr>
          <a:xfrm>
            <a:off x="1190625" y="3221236"/>
            <a:ext cx="93184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numba_parallel.py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90625" y="3907036"/>
            <a:ext cx="9318446" cy="338970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numba import njit, prange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@njit(parallel=True, cache=True)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process_images_numba_parallel(images_rgb):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= images_rgb.shape[0]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grays = np.empty((n, 32, 32), dtype=np.float32)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edges = np.empty((n, 32, 32), dtype=np.float32)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highlight>
                  <a:srgbClr val="EAFBE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idx in prange(n): </a:t>
            </a:r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_grayscale_into(images_rgb[idx], grays[idx])</a:t>
            </a:r>
            <a:endParaRPr lang="en-US" sz="1650" dirty="0"/>
          </a:p>
          <a:p>
            <a:pPr algn="l" indent="0" marL="0">
              <a:lnSpc>
                <a:spcPct val="140800"/>
              </a:lnSpc>
              <a:buNone/>
            </a:pPr>
            <a:r>
              <a:rPr lang="en-US" sz="16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_sobel_into(grays[idx], edges[idx])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881568" y="3116461"/>
            <a:ext cx="664755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aritmética por pixel é idêntica à da versão serial, de propósito: qualquer diferença de tempo é </a:t>
            </a:r>
            <a:pPr algn="l" indent="0" marL="0">
              <a:lnSpc>
                <a:spcPct val="121613"/>
              </a:lnSpc>
              <a:buNone/>
            </a:pPr>
            <a:r>
              <a:rPr lang="en-US" sz="1950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atribuível só ao paralelismo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881568" y="4402931"/>
            <a:ext cx="664755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iteração escreve apenas em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grays[idx]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edges[idx]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sem escrita compartilhada e sem redução em ponto flutuante entre threads.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881568" y="5689402"/>
            <a:ext cx="6647550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de threads é controlável por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numba.set_num_threads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que permite medir escalabilidade em vez de aceitar o default.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881568" y="6975872"/>
            <a:ext cx="664755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Custo: compilar com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parallel=True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bem mais lento que o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njit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simples. Vale a mesma régua da metodologia: é setup, não processamento.</a:t>
            </a:r>
            <a:endParaRPr lang="en-US" sz="18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Corretude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saída é idêntica à da versão serial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244923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ganho de tempo só conta como otimização se o resultado não mudar e em ponto flutuante isso não é automático.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3606998"/>
            <a:ext cx="781916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Paralelizar sobre um índice cujas iterações escrevem em regiões disjuntas não altera a ordem de nenhuma operação aritmética.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5054798"/>
            <a:ext cx="781916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redução em ponto flutuante entre threads, que é o caso em que a ordem de soma mudaria o último bit do resultado.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6102548"/>
            <a:ext cx="7819168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verificação é automatizada em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benchmark/verify_pipeline.py </a:t>
            </a:r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cobre todas as versões, não só a paralela.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963025" y="3606998"/>
            <a:ext cx="8372475" cy="3695700"/>
          </a:xfrm>
          <a:prstGeom prst="rect">
            <a:avLst/>
          </a:prstGeom>
          <a:solidFill>
            <a:srgbClr val="7EE787">
              <a:alpha val="6000"/>
            </a:srgbClr>
          </a:solidFill>
          <a:ln w="9525">
            <a:solidFill>
              <a:srgbClr val="7EE7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53550" y="4488061"/>
            <a:ext cx="83505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CRITÉRIO DE ACEITAÇÃO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53550" y="4973836"/>
            <a:ext cx="835056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211"/>
              </a:lnSpc>
              <a:buNone/>
            </a:pPr>
            <a:r>
              <a:rPr lang="en-US" sz="25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np.array_equal(serial, paralelo)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53550" y="5650111"/>
            <a:ext cx="781916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Igualdade exata, não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allclose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nenhuma tolerância numérica foi usada para aceitar a versão paralela.</a:t>
            </a:r>
            <a:endParaRPr lang="en-US" sz="20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Resultado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</a:t>
            </a:r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prange </a:t>
            </a:r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 1,37x sobre o Numba serial com 50.000 imagens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621161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versões rápidas remedidas na mesma sessão, para que a comparação seja legítima: 1,044s caem para 0,765s.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061" b="-6061"/>
          <a:stretch/>
        </p:blipFill>
        <p:spPr>
          <a:xfrm>
            <a:off x="952500" y="3623072"/>
            <a:ext cx="8020050" cy="44960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8233470"/>
            <a:ext cx="826065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total: o numba paralelo fica abaixo do serial em toda a faixa e acompanha a GPU de perto.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061" b="-6061"/>
          <a:stretch/>
        </p:blipFill>
        <p:spPr>
          <a:xfrm>
            <a:off x="9315450" y="3623072"/>
            <a:ext cx="8020050" cy="44960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15450" y="8233470"/>
            <a:ext cx="8260652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ganho cresce com o volume: em lotes pequenos o overhead de threads domina, e a partir de ~5.000 imagens ele se paga.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52500" y="9124950"/>
            <a:ext cx="315553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1,37x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numba serial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25727" y="9124950"/>
            <a:ext cx="289647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3,14x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vetorizada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47434" y="9124950"/>
            <a:ext cx="376763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0,765s </a:t>
            </a:r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50.000 imagens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CPU contra GPU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CPU lidera até 30.000 imagens e perde por 7,5% no maior volume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7823" b="-17823"/>
          <a:stretch/>
        </p:blipFill>
        <p:spPr>
          <a:xfrm>
            <a:off x="952500" y="2659261"/>
            <a:ext cx="9882485" cy="6941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54085" y="3884712"/>
            <a:ext cx="6263857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Abaixo da linha de 1,0 a CPU é mais rápida. O numba paralelo vence em todos os volumes até 30.000 imagens; a GPU só recupera a liderança em 40.000 e 50.000.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11254085" y="5675412"/>
            <a:ext cx="6263857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GPU foi a </a:t>
            </a:r>
            <a:pPr algn="l" indent="0" marL="0">
              <a:lnSpc>
                <a:spcPct val="130645"/>
              </a:lnSpc>
              <a:buNone/>
            </a:pPr>
            <a:r>
              <a:rPr lang="en-US" sz="202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medição mais instável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trabalho: desvio padrão de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0,13 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0,71 s no maior volume, contra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 s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numba paralelo.</a:t>
            </a:r>
            <a:endParaRPr lang="en-US" sz="2025" dirty="0"/>
          </a:p>
        </p:txBody>
      </p:sp>
      <p:sp>
        <p:nvSpPr>
          <p:cNvPr id="7" name="Shape 4"/>
          <p:cNvSpPr/>
          <p:nvPr/>
        </p:nvSpPr>
        <p:spPr>
          <a:xfrm>
            <a:off x="11254085" y="7080349"/>
            <a:ext cx="6081415" cy="1295400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549360" y="7356574"/>
            <a:ext cx="565559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margem de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7,5%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separa as duas é menor que a própria variação da GPU entre repetições.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Escalabilidade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primeira thread extra paga bem; as seguintes, não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621161"/>
            <a:ext cx="1471612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Varrendo o número de threads com 50.000 imagens, o speedup satura em 1,68x e a eficiência paralela cai de 100% para 21%.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1890" b="-21890"/>
          <a:stretch/>
        </p:blipFill>
        <p:spPr>
          <a:xfrm>
            <a:off x="952500" y="3623072"/>
            <a:ext cx="8955286" cy="5978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326886" y="4960739"/>
            <a:ext cx="7008614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Text 4"/>
          <p:cNvSpPr/>
          <p:nvPr/>
        </p:nvSpPr>
        <p:spPr>
          <a:xfrm>
            <a:off x="10326886" y="4555927"/>
            <a:ext cx="173027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904762" y="4555927"/>
            <a:ext cx="141371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42280" y="4555927"/>
            <a:ext cx="173027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896356" y="4555927"/>
            <a:ext cx="24391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EFICIÊNCIA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326886" y="5598914"/>
            <a:ext cx="7008614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2" name="Text 9"/>
          <p:cNvSpPr/>
          <p:nvPr/>
        </p:nvSpPr>
        <p:spPr>
          <a:xfrm>
            <a:off x="10326886" y="5122664"/>
            <a:ext cx="17302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1904762" y="5122664"/>
            <a:ext cx="1413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1,364s</a:t>
            </a:r>
            <a:endParaRPr lang="en-US" sz="1875" dirty="0"/>
          </a:p>
        </p:txBody>
      </p:sp>
      <p:sp>
        <p:nvSpPr>
          <p:cNvPr id="14" name="Text 11"/>
          <p:cNvSpPr/>
          <p:nvPr/>
        </p:nvSpPr>
        <p:spPr>
          <a:xfrm>
            <a:off x="13242280" y="5122664"/>
            <a:ext cx="17302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1,00x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4896356" y="5122664"/>
            <a:ext cx="24391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10326886" y="6237089"/>
            <a:ext cx="7008614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7" name="Text 14"/>
          <p:cNvSpPr/>
          <p:nvPr/>
        </p:nvSpPr>
        <p:spPr>
          <a:xfrm>
            <a:off x="10326886" y="5760839"/>
            <a:ext cx="17302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11904762" y="5760839"/>
            <a:ext cx="1413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0,935s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3242280" y="5760839"/>
            <a:ext cx="17302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1,46x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4896356" y="5760839"/>
            <a:ext cx="24391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73%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0326886" y="6875264"/>
            <a:ext cx="7008614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22" name="Text 19"/>
          <p:cNvSpPr/>
          <p:nvPr/>
        </p:nvSpPr>
        <p:spPr>
          <a:xfrm>
            <a:off x="10326886" y="6399014"/>
            <a:ext cx="17302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1904762" y="6399014"/>
            <a:ext cx="141371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0,868s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3242280" y="6399014"/>
            <a:ext cx="17302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1,57x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14896356" y="6399014"/>
            <a:ext cx="24391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39%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10326886" y="7037189"/>
            <a:ext cx="17302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75" dirty="0"/>
          </a:p>
        </p:txBody>
      </p:sp>
      <p:sp>
        <p:nvSpPr>
          <p:cNvPr id="27" name="Text 24"/>
          <p:cNvSpPr/>
          <p:nvPr/>
        </p:nvSpPr>
        <p:spPr>
          <a:xfrm>
            <a:off x="11904762" y="7037189"/>
            <a:ext cx="14137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0,811s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13242280" y="7037189"/>
            <a:ext cx="17302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1,68x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4896356" y="7037189"/>
            <a:ext cx="243914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21%</a:t>
            </a:r>
            <a:endParaRPr lang="en-US" sz="1875" dirty="0"/>
          </a:p>
        </p:txBody>
      </p:sp>
      <p:sp>
        <p:nvSpPr>
          <p:cNvPr id="30" name="Text 27"/>
          <p:cNvSpPr/>
          <p:nvPr/>
        </p:nvSpPr>
        <p:spPr>
          <a:xfrm>
            <a:off x="10326886" y="7746802"/>
            <a:ext cx="7218872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prática: 2 a 4 threads capturam quase todo o ganho disponível. Reservar 8 núcleos para este pipeline desperdiça máquina.</a:t>
            </a:r>
            <a:endParaRPr lang="en-US" sz="18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Limite teórico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54% do tempo é serial, e a lei de Amdahl limita o ganho a 1,9x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88012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speedup de 1,68x com 8 threads não é um resultado ruim de implementação: é o que a fração serial do pipeline permite.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" y="4242197"/>
            <a:ext cx="7825085" cy="376237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43025" y="4670822"/>
            <a:ext cx="7748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CONTA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3025" y="5213747"/>
            <a:ext cx="725535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speedup(8) = 1,68x → fração serial ≈ 54% → teto = </a:t>
            </a:r>
            <a:pPr algn="l" indent="0" marL="0">
              <a:lnSpc>
                <a:spcPct val="141176"/>
              </a:lnSpc>
              <a:buNone/>
            </a:pPr>
            <a:r>
              <a:rPr lang="en-US" sz="225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1,9x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43025" y="6832997"/>
            <a:ext cx="725535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54% do tempo fora do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prange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nenhum número de threads leva o ganho acima de 1,9x.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234785" y="4275534"/>
            <a:ext cx="834373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causas se somam: a fração serial do pipeline (leitura e cópia), o trabalho minúsculo por imagem (32×32 pixels não amortizam bem o custo de sincronização) e o fato de as 8 threads serem lógicas, não núcleos físicos.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234785" y="6123384"/>
            <a:ext cx="83437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consequência prática é o slide anterior: o ganho disponível está nas primeiras threads, e a eficiência despenca depois delas.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234785" y="7171134"/>
            <a:ext cx="834373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consequência de projeto é o slide seguinte: para subir o teto, é preciso encolher a parte serial, não adicionar threads.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858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Perfil da Otimização Final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15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versão vencedora, o kernel é a menor fatia do tempo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613422"/>
            <a:ext cx="147161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941"/>
              </a:lnSpc>
              <a:buNone/>
            </a:pPr>
            <a:r>
              <a:rPr lang="en-US" sz="2250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aquecido de 5.000 imagens: o pipeline inteiro custa 0,095s, e três quartos disso acontecem antes do cálculo.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613547"/>
            <a:ext cx="16383000" cy="2574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6340376"/>
            <a:ext cx="5295900" cy="182939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1575" y="6521351"/>
            <a:ext cx="53435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GARGALO SUMIU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1575" y="6911876"/>
            <a:ext cx="5003483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processamento caiu de 33,7s para 23ms. O Sobel deixou de ser o problema deste pipeline.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496050" y="6340376"/>
            <a:ext cx="5295900" cy="182939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15125" y="6521351"/>
            <a:ext cx="53435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GARGALO SE MOVEU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15125" y="6911876"/>
            <a:ext cx="5003483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leitura de dados era 0,15% na baseline e agora é quase metade do tempo total.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2039600" y="6340376"/>
            <a:ext cx="5295900" cy="182939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258675" y="6521351"/>
            <a:ext cx="53435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COPIAR CUSTA MAIS QUE CALCULAR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258675" y="6911876"/>
            <a:ext cx="5003483" cy="1115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reconstruct_images() </a:t>
            </a:r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 uma view transposta e o kernel precisa de memória sequencial.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52500" y="8322171"/>
            <a:ext cx="15697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Pickle e cópia são ambos seriais e rodam fora do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prange </a:t>
            </a:r>
            <a:pPr algn="l" indent="0" marL="0">
              <a:lnSpc>
                <a:spcPct val="125806"/>
              </a:lnSpc>
              <a:buNone/>
            </a:pPr>
            <a:r>
              <a:rPr lang="en-US" sz="1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somados, são exatamente a fração serial que Amdahl aponta como teto do ganho por threads.</a:t>
            </a:r>
            <a:endParaRPr lang="en-US" sz="1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Conclusão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247775"/>
            <a:ext cx="15697200" cy="1220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03"/>
              </a:lnSpc>
              <a:buNone/>
            </a:pPr>
            <a:r>
              <a:rPr lang="en-US" sz="4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numba paralelo é a melhor escolha em CPU, e a escolha depende do regime de uso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811661"/>
            <a:ext cx="304273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319x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952500" y="3554611"/>
            <a:ext cx="30427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 sobre a baseline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404420" y="2811661"/>
            <a:ext cx="373424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9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1,37x</a:t>
            </a:r>
            <a:endParaRPr lang="en-US" sz="4950" dirty="0"/>
          </a:p>
        </p:txBody>
      </p:sp>
      <p:sp>
        <p:nvSpPr>
          <p:cNvPr id="7" name="Text 5"/>
          <p:cNvSpPr/>
          <p:nvPr/>
        </p:nvSpPr>
        <p:spPr>
          <a:xfrm>
            <a:off x="4404420" y="3554611"/>
            <a:ext cx="37342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prange sobre o numba serial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84989" y="2811661"/>
            <a:ext cx="428742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95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7,5%</a:t>
            </a:r>
            <a:endParaRPr lang="en-US" sz="4950" dirty="0"/>
          </a:p>
        </p:txBody>
      </p:sp>
      <p:sp>
        <p:nvSpPr>
          <p:cNvPr id="9" name="Text 7"/>
          <p:cNvSpPr/>
          <p:nvPr/>
        </p:nvSpPr>
        <p:spPr>
          <a:xfrm>
            <a:off x="8484989" y="3554611"/>
            <a:ext cx="42874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ainda separa a CPU da GPU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2500" y="4807148"/>
            <a:ext cx="16383000" cy="95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383286"/>
            <a:ext cx="5510466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CENÁRIO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7918" y="4383286"/>
            <a:ext cx="3969301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01511" y="4383286"/>
            <a:ext cx="663272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5788223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988123"/>
            <a:ext cx="551046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de execução única, volume pequeno, sem cache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677918" y="4988123"/>
            <a:ext cx="396930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vetorizado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901511" y="4988123"/>
            <a:ext cx="6632723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paga compilação por uma execução só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52500" y="6788348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5969198"/>
            <a:ext cx="551046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ou lote recorrente, só CPU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677918" y="5969198"/>
            <a:ext cx="39693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 paralelo, 2 a 4 threads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901511" y="5969198"/>
            <a:ext cx="663272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tempo em CPU, JIT amortizado, código próximo do original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952500" y="7464623"/>
            <a:ext cx="16383000" cy="9525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6969323"/>
            <a:ext cx="551046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compartilhada, vários lotes simultâneos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6677918" y="6969323"/>
            <a:ext cx="396930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57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numba serial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0901511" y="6969323"/>
            <a:ext cx="663272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 núcleos: a eficiência paralela cai rápido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52500" y="7645598"/>
            <a:ext cx="5510466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 muito acima de 50.000, </a:t>
            </a:r>
            <a:pPr algn="l" indent="0" marL="0">
              <a:buNone/>
            </a:pPr>
            <a:r>
              <a:rPr lang="en-US" sz="187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GPU já no fluxo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677918" y="7645598"/>
            <a:ext cx="3969301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0901511" y="7645598"/>
            <a:ext cx="6632723" cy="67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vantagem cresce com o volume, se o hardware já está pago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Lições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676400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Lições Aprendidas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530673"/>
            <a:ext cx="16383000" cy="15335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6825" y="3078361"/>
            <a:ext cx="6020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8462"/>
              </a:lnSpc>
              <a:buNone/>
            </a:pPr>
            <a:r>
              <a:rPr lang="en-US" sz="3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2173635" y="2883098"/>
            <a:ext cx="152537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melhor otimização é a que ataca o </a:t>
            </a:r>
            <a:pPr algn="l" indent="0" marL="0">
              <a:lnSpc>
                <a:spcPct val="131818"/>
              </a:lnSpc>
              <a:buNone/>
            </a:pPr>
            <a:r>
              <a:rPr lang="en-US" sz="217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 apontado pelo profiling </a:t>
            </a:r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As técnicas que reduzem o custo por operação (vetorização e compilação) ganharam de longe das que apenas multiplicam unidades de execução.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52500" y="4388048"/>
            <a:ext cx="16383000" cy="1533525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4925" y="4935736"/>
            <a:ext cx="6020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62"/>
              </a:lnSpc>
              <a:buNone/>
            </a:pPr>
            <a:r>
              <a:rPr lang="en-US" sz="3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2173635" y="4740473"/>
            <a:ext cx="1525372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medição precisa </a:t>
            </a:r>
            <a:pPr algn="l" indent="0" marL="0">
              <a:lnSpc>
                <a:spcPct val="131818"/>
              </a:lnSpc>
              <a:buNone/>
            </a:pPr>
            <a:r>
              <a:rPr lang="en-US" sz="217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custo de setup de custo de processamento </a:t>
            </a:r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Sem essa separação a conclusão se inverte: medir mal é uma forma de errar tão eficiente quanto otimizar a coisa errada.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52500" y="6245423"/>
            <a:ext cx="16383000" cy="1947863"/>
          </a:xfrm>
          <a:prstGeom prst="rect">
            <a:avLst/>
          </a:prstGeom>
          <a:solidFill>
            <a:srgbClr val="12161C"/>
          </a:solidFill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4925" y="7000280"/>
            <a:ext cx="6020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62"/>
              </a:lnSpc>
              <a:buNone/>
            </a:pPr>
            <a:r>
              <a:rPr lang="en-US" sz="3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2173635" y="6597848"/>
            <a:ext cx="15253723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b="1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gargalo se move </a:t>
            </a:r>
            <a:pPr algn="l" indent="0" marL="0">
              <a:lnSpc>
                <a:spcPct val="131818"/>
              </a:lnSpc>
              <a:buNone/>
            </a:pPr>
            <a:r>
              <a:rPr lang="en-US" sz="217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 vale perseguir o próximo. Foi ao investigar por que a GPU escalava melhor que surgiu a otimização mais eficiente do projeto e, depois dela, o pipeline passou a gastar quase metade do tempo lendo pickle. A próxima rodada de otimização não seria sobre o Sobel.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52500" y="9153525"/>
            <a:ext cx="1638300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9353550"/>
            <a:ext cx="23543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projeto-final-compdes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6316325" y="9353550"/>
            <a:ext cx="109537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fechamento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382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5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Limitações e próximos passos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2075"/>
            <a:ext cx="15697200" cy="1308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15"/>
              </a:lnSpc>
              <a:buNone/>
            </a:pPr>
            <a:r>
              <a:rPr lang="en-US" sz="4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este trabalho não mediu, e o que mediria a seguir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3127772"/>
            <a:ext cx="8717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PRÓXIMO PASSO MAIS ÓBVIO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556397"/>
            <a:ext cx="816254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reconstruct_images()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devolver um array já contíguo eliminaria a cópia de 26ms e reduziria a fração serial. É hipótese a medir, não resultado.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9410700" y="3127772"/>
            <a:ext cx="8717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 DE DADOS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10700" y="3556397"/>
            <a:ext cx="81625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pickle ocupando 48% do tempo, o alvo seguinte é o formato: 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.npy</a:t>
            </a:r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memmap ou leitura paralela dos cinco batches.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952500" y="5094684"/>
            <a:ext cx="8717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MARGENS PEQUENAS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5523309"/>
            <a:ext cx="816254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versões medidas nas duas sessões ficaram de 14% a 41% mais lentas na segunda, na mesma máquina. Margens como os 7,5% entre CPU e GPU pedem mais repetições antes de serem tratadas como definitivas.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410700" y="5094684"/>
            <a:ext cx="8717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13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ESCOPO DO EXPERIMENTO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10700" y="5523309"/>
            <a:ext cx="816254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025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máquina e um par CPU/GPU específico: o ponto de cruzamento não é uma constante. Também não foi testada a mesma comparação com imagens maiores, onde a GPU deve dominar com clareza.</a:t>
            </a:r>
            <a:endParaRPr lang="en-US" sz="20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143000"/>
            <a:ext cx="180213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obrigada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857375"/>
            <a:ext cx="1571625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628"/>
              </a:lnSpc>
              <a:buNone/>
            </a:pPr>
            <a:r>
              <a:rPr lang="en-US" sz="5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Obrigada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3032671"/>
            <a:ext cx="1362075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889"/>
              </a:lnSpc>
              <a:buNone/>
            </a:pPr>
            <a:r>
              <a:rPr lang="en-US" sz="3000" b="1" dirty="0">
                <a:solidFill>
                  <a:srgbClr val="A8B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3861346"/>
            <a:ext cx="18021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github.com/MaluSevilha/projeto-final-compdes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4213771"/>
            <a:ext cx="18021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CSVs de benchmark e arquivos de profiling estão no repositório do projeto.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299621"/>
            <a:ext cx="21123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Giulia Roggero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82429" y="5299621"/>
            <a:ext cx="43755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 Luiza Sevilha Seraphico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69759" y="5299621"/>
            <a:ext cx="19614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Thais Sabaini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9153525"/>
            <a:ext cx="16383000" cy="9525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9353550"/>
            <a:ext cx="42602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computação de alto desempenho · insper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7029658" y="9353550"/>
            <a:ext cx="38204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2026-07-29T02:50:14Z</dcterms:created>
  <dcterms:modified xsi:type="dcterms:W3CDTF">2026-07-29T02:50:14Z</dcterms:modified>
</cp:coreProperties>
</file>